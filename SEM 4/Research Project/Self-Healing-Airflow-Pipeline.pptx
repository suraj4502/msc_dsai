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Host Grotesk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80028"/>
            <a:ext cx="72924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Self-Healing Airflow Pipeline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28968"/>
            <a:ext cx="75564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AI-powered system that automatically detects, analyzes, and fixes data pipeline failures using Apache Airflow, AWS services, and OpenAI's AI models.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016" y="670798"/>
            <a:ext cx="5247918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Challenge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21016" y="1618178"/>
            <a:ext cx="3740229" cy="2612469"/>
          </a:xfrm>
          <a:prstGeom prst="roundRect">
            <a:avLst>
              <a:gd name="adj" fmla="val 337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543" y="1835706"/>
            <a:ext cx="629722" cy="62972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1660" y="2008823"/>
            <a:ext cx="283369" cy="28336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38543" y="2659618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Code Errors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6438543" y="3104078"/>
            <a:ext cx="3305175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debugging increases downtime and operational costs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10155436" y="1618178"/>
            <a:ext cx="3740348" cy="2612469"/>
          </a:xfrm>
          <a:prstGeom prst="roundRect">
            <a:avLst>
              <a:gd name="adj" fmla="val 337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2963" y="1835706"/>
            <a:ext cx="629722" cy="62972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46080" y="2008823"/>
            <a:ext cx="283369" cy="28336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372963" y="2659618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Issues</a:t>
            </a:r>
            <a:endParaRPr lang="en-US" sz="2050" dirty="0"/>
          </a:p>
        </p:txBody>
      </p:sp>
      <p:sp>
        <p:nvSpPr>
          <p:cNvPr id="13" name="Text 6"/>
          <p:cNvSpPr/>
          <p:nvPr/>
        </p:nvSpPr>
        <p:spPr>
          <a:xfrm>
            <a:off x="10372963" y="3104078"/>
            <a:ext cx="3305294" cy="909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Schema mismatches and validation errors require intervention</a:t>
            </a:r>
            <a:endParaRPr lang="en-US" sz="1650" dirty="0"/>
          </a:p>
        </p:txBody>
      </p:sp>
      <p:sp>
        <p:nvSpPr>
          <p:cNvPr id="14" name="Shape 7"/>
          <p:cNvSpPr/>
          <p:nvPr/>
        </p:nvSpPr>
        <p:spPr>
          <a:xfrm>
            <a:off x="6221016" y="4424839"/>
            <a:ext cx="3740229" cy="2309455"/>
          </a:xfrm>
          <a:prstGeom prst="roundRect">
            <a:avLst>
              <a:gd name="adj" fmla="val 381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543" y="4642366"/>
            <a:ext cx="629722" cy="629722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1660" y="4815483"/>
            <a:ext cx="283369" cy="28336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38543" y="5466278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External Failures</a:t>
            </a:r>
            <a:endParaRPr lang="en-US" sz="2050" dirty="0"/>
          </a:p>
        </p:txBody>
      </p:sp>
      <p:sp>
        <p:nvSpPr>
          <p:cNvPr id="18" name="Text 9"/>
          <p:cNvSpPr/>
          <p:nvPr/>
        </p:nvSpPr>
        <p:spPr>
          <a:xfrm>
            <a:off x="6438543" y="5910739"/>
            <a:ext cx="3305175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dependencies and configuration issues</a:t>
            </a:r>
            <a:endParaRPr lang="en-US" sz="1650" dirty="0"/>
          </a:p>
        </p:txBody>
      </p:sp>
      <p:sp>
        <p:nvSpPr>
          <p:cNvPr id="19" name="Shape 10"/>
          <p:cNvSpPr/>
          <p:nvPr/>
        </p:nvSpPr>
        <p:spPr>
          <a:xfrm>
            <a:off x="10155436" y="4424839"/>
            <a:ext cx="3740348" cy="2309455"/>
          </a:xfrm>
          <a:prstGeom prst="roundRect">
            <a:avLst>
              <a:gd name="adj" fmla="val 381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2963" y="4642366"/>
            <a:ext cx="629722" cy="629722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46080" y="4815483"/>
            <a:ext cx="283369" cy="283369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0372963" y="5466278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Infrastructure Issues</a:t>
            </a:r>
            <a:endParaRPr lang="en-US" sz="2050" dirty="0"/>
          </a:p>
        </p:txBody>
      </p:sp>
      <p:sp>
        <p:nvSpPr>
          <p:cNvPr id="23" name="Text 12"/>
          <p:cNvSpPr/>
          <p:nvPr/>
        </p:nvSpPr>
        <p:spPr>
          <a:xfrm>
            <a:off x="10372963" y="5910739"/>
            <a:ext cx="3305294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to the execution environment</a:t>
            </a:r>
            <a:endParaRPr lang="en-US" sz="1650" dirty="0"/>
          </a:p>
        </p:txBody>
      </p:sp>
      <p:sp>
        <p:nvSpPr>
          <p:cNvPr id="24" name="Text 13"/>
          <p:cNvSpPr/>
          <p:nvPr/>
        </p:nvSpPr>
        <p:spPr>
          <a:xfrm>
            <a:off x="6221016" y="6952774"/>
            <a:ext cx="7674769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systems detect failures but lack automated recovery mechanisms, leading to prolonged downtime.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016" y="549235"/>
            <a:ext cx="4993600" cy="62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Architecture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16" y="1525072"/>
            <a:ext cx="13232368" cy="5762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016" y="7485578"/>
            <a:ext cx="13232368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689" y="675203"/>
            <a:ext cx="5362813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Technologies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689" y="1751171"/>
            <a:ext cx="536258" cy="536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689" y="2540913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Apache Airflow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0689" y="2997756"/>
            <a:ext cx="6437709" cy="62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Astronomer Runtime for DAG orchestration with failure callback mechanism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1883" y="1751171"/>
            <a:ext cx="536258" cy="5362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41883" y="2540913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AWS Lambda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7441883" y="2997756"/>
            <a:ext cx="643782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Serverless processing for log analysis and decision-making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689" y="4029432"/>
            <a:ext cx="536258" cy="5362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0689" y="4819174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Amazon S3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750689" y="5276017"/>
            <a:ext cx="6437709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storage for failure logs and metadata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1883" y="4029432"/>
            <a:ext cx="536258" cy="5362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41883" y="4819174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OpenAI API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7441883" y="5276017"/>
            <a:ext cx="643782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for root cause analysis and fix generation</a:t>
            </a:r>
            <a:endParaRPr lang="en-US" sz="1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689" y="5994678"/>
            <a:ext cx="536258" cy="53625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0689" y="6784419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GitHub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750689" y="7241262"/>
            <a:ext cx="6437709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 control with automated Pull Request generation</a:t>
            </a:r>
            <a:endParaRPr lang="en-US" sz="16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41883" y="5994678"/>
            <a:ext cx="536258" cy="53625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41883" y="6784419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AWS SES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7441883" y="7241262"/>
            <a:ext cx="643782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notifications for manual review scenarios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6106" y="524947"/>
            <a:ext cx="5170051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Implementation Workflow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106" y="1351002"/>
            <a:ext cx="882372" cy="1058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45757" y="1527453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Failure Detection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245757" y="1885593"/>
            <a:ext cx="1115841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fails in Airflow DAG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106" y="2409944"/>
            <a:ext cx="882372" cy="10589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45757" y="2586395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Log Capture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2245757" y="2944535"/>
            <a:ext cx="1115841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Callback stores traceback in S3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06" y="3468886"/>
            <a:ext cx="882372" cy="10589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45757" y="3645337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Analysis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2245757" y="4003477"/>
            <a:ext cx="1115841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Lambda parses and classifies error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106" y="4527828"/>
            <a:ext cx="882372" cy="10589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45757" y="4704278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Processing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2245757" y="5062418"/>
            <a:ext cx="1115841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root cause and fix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106" y="5586770"/>
            <a:ext cx="882372" cy="10589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245757" y="5763220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Decision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2245757" y="6121360"/>
            <a:ext cx="1115841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 evaluates risk level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106" y="6645712"/>
            <a:ext cx="882372" cy="10589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45757" y="6822162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Recovery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2245757" y="7180302"/>
            <a:ext cx="1115841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 or email notification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324" y="1425535"/>
            <a:ext cx="6814899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Three Pipeline Demonstrations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85324" y="2291001"/>
            <a:ext cx="7773352" cy="1391722"/>
          </a:xfrm>
          <a:prstGeom prst="roundRect">
            <a:avLst>
              <a:gd name="adj" fmla="val 591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8184" y="2313861"/>
            <a:ext cx="783193" cy="1346002"/>
          </a:xfrm>
          <a:prstGeom prst="roundRect">
            <a:avLst>
              <a:gd name="adj" fmla="val 6999"/>
            </a:avLst>
          </a:prstGeom>
          <a:solidFill>
            <a:srgbClr val="D9EDF2"/>
          </a:solidFill>
          <a:ln/>
        </p:spPr>
      </p:sp>
      <p:sp>
        <p:nvSpPr>
          <p:cNvPr id="6" name="Text 3"/>
          <p:cNvSpPr/>
          <p:nvPr/>
        </p:nvSpPr>
        <p:spPr>
          <a:xfrm>
            <a:off x="949047" y="2803327"/>
            <a:ext cx="293727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660327" y="2509599"/>
            <a:ext cx="2610445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Data Pipeline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60327" y="2916912"/>
            <a:ext cx="6579751" cy="54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S3 files, stores in DynamoDB. System detected failure, analyzed issue, and created automated Pull Request with fix.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324" y="3851672"/>
            <a:ext cx="7773352" cy="1391722"/>
          </a:xfrm>
          <a:prstGeom prst="roundRect">
            <a:avLst>
              <a:gd name="adj" fmla="val 591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184" y="3874532"/>
            <a:ext cx="783193" cy="1346002"/>
          </a:xfrm>
          <a:prstGeom prst="roundRect">
            <a:avLst>
              <a:gd name="adj" fmla="val 6999"/>
            </a:avLst>
          </a:prstGeom>
          <a:solidFill>
            <a:srgbClr val="D9EDF2"/>
          </a:solidFill>
          <a:ln/>
        </p:spPr>
      </p:sp>
      <p:sp>
        <p:nvSpPr>
          <p:cNvPr id="11" name="Text 8"/>
          <p:cNvSpPr/>
          <p:nvPr/>
        </p:nvSpPr>
        <p:spPr>
          <a:xfrm>
            <a:off x="949047" y="4363998"/>
            <a:ext cx="293727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660327" y="4070271"/>
            <a:ext cx="2618303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Sales Analytics Pipeline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660327" y="4477583"/>
            <a:ext cx="6579751" cy="54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transformation and business insights. Classified as data schema error, sent detailed email notification instead of auto-PR.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324" y="5412343"/>
            <a:ext cx="7773352" cy="1391722"/>
          </a:xfrm>
          <a:prstGeom prst="roundRect">
            <a:avLst>
              <a:gd name="adj" fmla="val 591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8184" y="5435203"/>
            <a:ext cx="783193" cy="1346002"/>
          </a:xfrm>
          <a:prstGeom prst="roundRect">
            <a:avLst>
              <a:gd name="adj" fmla="val 6999"/>
            </a:avLst>
          </a:prstGeom>
          <a:solidFill>
            <a:srgbClr val="D9EDF2"/>
          </a:solidFill>
          <a:ln/>
        </p:spPr>
      </p:sp>
      <p:sp>
        <p:nvSpPr>
          <p:cNvPr id="16" name="Text 13"/>
          <p:cNvSpPr/>
          <p:nvPr/>
        </p:nvSpPr>
        <p:spPr>
          <a:xfrm>
            <a:off x="949047" y="5924669"/>
            <a:ext cx="293727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660327" y="5630942"/>
            <a:ext cx="2459236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 ETL Pipeline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660327" y="6038255"/>
            <a:ext cx="6579751" cy="54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 to DynamoDB extraction. Demonstrated controlled automation with decision engine evaluating confidence scores.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4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Decision Engine Logic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481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Input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29320"/>
            <a:ext cx="6244709" cy="159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 logs and traceback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DAG context and metadata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code and imports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source file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5481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Output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129320"/>
            <a:ext cx="6244709" cy="159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cause explanation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Suggested fix description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Corrected code (full file)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 score and risk level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062299"/>
            <a:ext cx="13042821" cy="1299448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410" y="5069919"/>
            <a:ext cx="6513790" cy="1284208"/>
          </a:xfrm>
          <a:prstGeom prst="roundRect">
            <a:avLst>
              <a:gd name="adj" fmla="val 7418"/>
            </a:avLst>
          </a:prstGeom>
          <a:solidFill>
            <a:srgbClr val="D9EDF2"/>
          </a:solidFill>
          <a:ln/>
        </p:spPr>
      </p:sp>
      <p:sp>
        <p:nvSpPr>
          <p:cNvPr id="9" name="Text 7"/>
          <p:cNvSpPr/>
          <p:nvPr/>
        </p:nvSpPr>
        <p:spPr>
          <a:xfrm>
            <a:off x="1028224" y="5296733"/>
            <a:ext cx="36390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High Confidence + Low Risk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8224" y="5787152"/>
            <a:ext cx="6060162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Pull Request created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315200" y="5069919"/>
            <a:ext cx="6513790" cy="1284208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5069919"/>
            <a:ext cx="30480" cy="1284208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</p:sp>
      <p:sp>
        <p:nvSpPr>
          <p:cNvPr id="13" name="Text 11"/>
          <p:cNvSpPr/>
          <p:nvPr/>
        </p:nvSpPr>
        <p:spPr>
          <a:xfrm>
            <a:off x="7542014" y="5296733"/>
            <a:ext cx="37430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Low Confidence or High Risk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42014" y="5787152"/>
            <a:ext cx="6060162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email notification sent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616898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safe automation by preventing unsafe changes while enabling rapid recovery for verified fixes.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07275"/>
            <a:ext cx="75158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Limitations and Future Scope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83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Current Limitations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864173"/>
            <a:ext cx="3501509" cy="159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accuracy dependency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system failures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and network dependency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considerations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283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864173"/>
            <a:ext cx="3501509" cy="227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Fine-tuned domain models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rollback mechanisms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monitoring dashboard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Multi-language support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522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901190"/>
            <a:ext cx="3664744" cy="2334101"/>
          </a:xfrm>
          <a:prstGeom prst="roundRect">
            <a:avLst>
              <a:gd name="adj" fmla="val 408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135624"/>
            <a:ext cx="2933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Autonomous Recovery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2626043"/>
            <a:ext cx="319587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from reactive monitoring to proactive, intelligent systems with minimal human intervention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1901190"/>
            <a:ext cx="3664863" cy="2334101"/>
          </a:xfrm>
          <a:prstGeom prst="roundRect">
            <a:avLst>
              <a:gd name="adj" fmla="val 408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2135624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Event-Driven Architecture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2980373"/>
            <a:ext cx="319599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integration of Airflow, AWS services, and AI models for scalable processing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462105"/>
            <a:ext cx="7556421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46965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Safe Automation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186958"/>
            <a:ext cx="708755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engine ensures controlled deployment through confidence and risk evaluation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356866"/>
            <a:ext cx="75564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system demonstrates a practical implementation of self-healing data pipelines, reducing downtime and operational costs while maintaining code quality and traceability through GitHub workflows.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Thank You !!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2026-03-27T07:27:14Z</dcterms:created>
  <dcterms:modified xsi:type="dcterms:W3CDTF">2026-03-27T07:27:14Z</dcterms:modified>
</cp:coreProperties>
</file>